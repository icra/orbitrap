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6C4D3-394E-4FF8-8DFE-7660EAF19276}" v="7" dt="2026-05-12T19:30:42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660"/>
  </p:normalViewPr>
  <p:slideViewPr>
    <p:cSldViewPr snapToGrid="0">
      <p:cViewPr>
        <p:scale>
          <a:sx n="130" d="100"/>
          <a:sy n="130" d="100"/>
        </p:scale>
        <p:origin x="102" y="-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a Celic ICRA" userId="29c6535a-608c-4c4c-8d01-a5f24396d11b" providerId="ADAL" clId="{3C90731B-6022-4D04-966D-3D9302462FE3}"/>
    <pc:docChg chg="undo custSel modSld">
      <pc:chgData name="Mira Celic ICRA" userId="29c6535a-608c-4c4c-8d01-a5f24396d11b" providerId="ADAL" clId="{3C90731B-6022-4D04-966D-3D9302462FE3}" dt="2026-05-12T19:31:18.080" v="115" actId="1076"/>
      <pc:docMkLst>
        <pc:docMk/>
      </pc:docMkLst>
      <pc:sldChg chg="addSp modSp mod">
        <pc:chgData name="Mira Celic ICRA" userId="29c6535a-608c-4c4c-8d01-a5f24396d11b" providerId="ADAL" clId="{3C90731B-6022-4D04-966D-3D9302462FE3}" dt="2026-05-12T19:31:18.080" v="115" actId="1076"/>
        <pc:sldMkLst>
          <pc:docMk/>
          <pc:sldMk cId="950188531" sldId="257"/>
        </pc:sldMkLst>
        <pc:spChg chg="mod">
          <ac:chgData name="Mira Celic ICRA" userId="29c6535a-608c-4c4c-8d01-a5f24396d11b" providerId="ADAL" clId="{3C90731B-6022-4D04-966D-3D9302462FE3}" dt="2026-05-12T18:50:02.592" v="45"/>
          <ac:spMkLst>
            <pc:docMk/>
            <pc:sldMk cId="950188531" sldId="257"/>
            <ac:spMk id="104" creationId="{028AF648-2609-AD1D-323F-449652A8634D}"/>
          </ac:spMkLst>
        </pc:spChg>
        <pc:spChg chg="add mod">
          <ac:chgData name="Mira Celic ICRA" userId="29c6535a-608c-4c4c-8d01-a5f24396d11b" providerId="ADAL" clId="{3C90731B-6022-4D04-966D-3D9302462FE3}" dt="2026-05-12T18:15:24.632" v="22" actId="1076"/>
          <ac:spMkLst>
            <pc:docMk/>
            <pc:sldMk cId="950188531" sldId="257"/>
            <ac:spMk id="112" creationId="{2E8BF7CF-6EDD-021C-8857-6A9DD9B64DD4}"/>
          </ac:spMkLst>
        </pc:spChg>
        <pc:spChg chg="add mod">
          <ac:chgData name="Mira Celic ICRA" userId="29c6535a-608c-4c4c-8d01-a5f24396d11b" providerId="ADAL" clId="{3C90731B-6022-4D04-966D-3D9302462FE3}" dt="2026-05-12T18:21:39.978" v="44" actId="1076"/>
          <ac:spMkLst>
            <pc:docMk/>
            <pc:sldMk cId="950188531" sldId="257"/>
            <ac:spMk id="119" creationId="{6EAB05A2-4AE1-2E46-1488-6B29537B33F6}"/>
          </ac:spMkLst>
        </pc:spChg>
        <pc:spChg chg="add mod">
          <ac:chgData name="Mira Celic ICRA" userId="29c6535a-608c-4c4c-8d01-a5f24396d11b" providerId="ADAL" clId="{3C90731B-6022-4D04-966D-3D9302462FE3}" dt="2026-05-12T19:31:18.080" v="115" actId="1076"/>
          <ac:spMkLst>
            <pc:docMk/>
            <pc:sldMk cId="950188531" sldId="257"/>
            <ac:spMk id="120" creationId="{268458AF-6B69-4E81-AF6B-2C33F46C62C9}"/>
          </ac:spMkLst>
        </pc:spChg>
        <pc:grpChg chg="add mod">
          <ac:chgData name="Mira Celic ICRA" userId="29c6535a-608c-4c4c-8d01-a5f24396d11b" providerId="ADAL" clId="{3C90731B-6022-4D04-966D-3D9302462FE3}" dt="2026-05-12T18:15:30.788" v="24" actId="1076"/>
          <ac:grpSpMkLst>
            <pc:docMk/>
            <pc:sldMk cId="950188531" sldId="257"/>
            <ac:grpSpMk id="113" creationId="{74266269-952D-8551-CF35-3925DFF13297}"/>
          </ac:grpSpMkLst>
        </pc:grpChg>
        <pc:grpChg chg="add mod">
          <ac:chgData name="Mira Celic ICRA" userId="29c6535a-608c-4c4c-8d01-a5f24396d11b" providerId="ADAL" clId="{3C90731B-6022-4D04-966D-3D9302462FE3}" dt="2026-05-12T18:20:55.609" v="29" actId="1076"/>
          <ac:grpSpMkLst>
            <pc:docMk/>
            <pc:sldMk cId="950188531" sldId="257"/>
            <ac:grpSpMk id="116" creationId="{19252099-71E4-C6AE-28CC-1BE435ABAF7C}"/>
          </ac:grpSpMkLst>
        </pc:grpChg>
        <pc:graphicFrameChg chg="modGraphic">
          <ac:chgData name="Mira Celic ICRA" userId="29c6535a-608c-4c4c-8d01-a5f24396d11b" providerId="ADAL" clId="{3C90731B-6022-4D04-966D-3D9302462FE3}" dt="2026-05-12T18:19:48.608" v="27" actId="20577"/>
          <ac:graphicFrameMkLst>
            <pc:docMk/>
            <pc:sldMk cId="950188531" sldId="257"/>
            <ac:graphicFrameMk id="42" creationId="{3D71BBB6-7F6B-0A92-67D1-B82242B2A9A8}"/>
          </ac:graphicFrameMkLst>
        </pc:graphicFrameChg>
        <pc:picChg chg="mod">
          <ac:chgData name="Mira Celic ICRA" userId="29c6535a-608c-4c4c-8d01-a5f24396d11b" providerId="ADAL" clId="{3C90731B-6022-4D04-966D-3D9302462FE3}" dt="2026-05-12T18:15:18.938" v="20" actId="1076"/>
          <ac:picMkLst>
            <pc:docMk/>
            <pc:sldMk cId="950188531" sldId="257"/>
            <ac:picMk id="3" creationId="{51A3E28B-F5C9-6B96-012A-05FB7EBF5A3E}"/>
          </ac:picMkLst>
        </pc:picChg>
        <pc:cxnChg chg="mod">
          <ac:chgData name="Mira Celic ICRA" userId="29c6535a-608c-4c4c-8d01-a5f24396d11b" providerId="ADAL" clId="{3C90731B-6022-4D04-966D-3D9302462FE3}" dt="2026-05-12T18:15:26.772" v="23"/>
          <ac:cxnSpMkLst>
            <pc:docMk/>
            <pc:sldMk cId="950188531" sldId="257"/>
            <ac:cxnSpMk id="114" creationId="{BE3B5F9A-F8FC-921D-B22E-8BC281412309}"/>
          </ac:cxnSpMkLst>
        </pc:cxnChg>
        <pc:cxnChg chg="mod">
          <ac:chgData name="Mira Celic ICRA" userId="29c6535a-608c-4c4c-8d01-a5f24396d11b" providerId="ADAL" clId="{3C90731B-6022-4D04-966D-3D9302462FE3}" dt="2026-05-12T18:15:26.772" v="23"/>
          <ac:cxnSpMkLst>
            <pc:docMk/>
            <pc:sldMk cId="950188531" sldId="257"/>
            <ac:cxnSpMk id="115" creationId="{B26A5FDC-914A-FAEB-66A1-7821A9D26CA3}"/>
          </ac:cxnSpMkLst>
        </pc:cxnChg>
        <pc:cxnChg chg="mod">
          <ac:chgData name="Mira Celic ICRA" userId="29c6535a-608c-4c4c-8d01-a5f24396d11b" providerId="ADAL" clId="{3C90731B-6022-4D04-966D-3D9302462FE3}" dt="2026-05-12T18:20:51.682" v="28"/>
          <ac:cxnSpMkLst>
            <pc:docMk/>
            <pc:sldMk cId="950188531" sldId="257"/>
            <ac:cxnSpMk id="117" creationId="{72F8D171-5981-B324-65C4-2F7667007E08}"/>
          </ac:cxnSpMkLst>
        </pc:cxnChg>
        <pc:cxnChg chg="mod">
          <ac:chgData name="Mira Celic ICRA" userId="29c6535a-608c-4c4c-8d01-a5f24396d11b" providerId="ADAL" clId="{3C90731B-6022-4D04-966D-3D9302462FE3}" dt="2026-05-12T18:20:51.682" v="28"/>
          <ac:cxnSpMkLst>
            <pc:docMk/>
            <pc:sldMk cId="950188531" sldId="257"/>
            <ac:cxnSpMk id="118" creationId="{429B0D96-1C8F-6133-E5C0-751E6C463F99}"/>
          </ac:cxnSpMkLst>
        </pc:cxnChg>
        <pc:cxnChg chg="add mod">
          <ac:chgData name="Mira Celic ICRA" userId="29c6535a-608c-4c4c-8d01-a5f24396d11b" providerId="ADAL" clId="{3C90731B-6022-4D04-966D-3D9302462FE3}" dt="2026-05-12T19:30:48.022" v="51" actId="14100"/>
          <ac:cxnSpMkLst>
            <pc:docMk/>
            <pc:sldMk cId="950188531" sldId="257"/>
            <ac:cxnSpMk id="121" creationId="{B0C9CE9E-3D67-7CDA-7E1E-CCD72442D14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E3B4-DDA3-7024-562A-497C29BE5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7BADA-53B3-9A77-F086-99D887D52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F59-9462-0D31-5C0D-57C89A8A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EC625-1ECD-5E02-1218-E5AADC94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1767F-D716-F1D1-209E-CA43D5B5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4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C0FD-5172-E212-4086-23AA4028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B339-7FA5-D11C-5702-45496F7B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81450-F877-11A5-D79C-789CC8D6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46828-AFB4-E1D3-5310-DA2F9FFB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D4DD9-E71E-A931-C0EC-21782B85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1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6562-D1FD-086E-4F14-F8A2FCB23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7E4B8-1718-1289-D52F-917BE8D6B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1AE5-6F17-4898-D917-AB7E364D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5132-5862-DA54-28DD-BD2ACEB8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B62B-323A-932A-AC03-3F89A26A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8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426F-CC96-D27E-F751-2033F1BF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DAD0B-555B-00B3-9E67-60BF358D4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89F4C-CC8C-1B83-116E-E234EA1F9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F1448-704F-7903-6CB7-B95E9A95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B0F68-8870-5EAF-94F3-31F4AACC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FF4DE-D822-A5F5-BC20-4A68596D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2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6D88-D735-05B6-2680-C9108DEE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A8C64-BB5D-02F4-1BB0-C365C00E3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BBA66-44CB-DF8D-7041-6983C8135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AF1E2-5430-D87E-90D6-5AFC2A946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56C01-51C1-A247-2BAC-CC6C5D732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0CA5D7-E3CE-5104-49A0-9E1DE31D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8E6A87-6B23-5A9C-CF84-0BF043009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AFF50-1A6E-0EA2-B017-290A1F3C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488D-8EC8-474C-CBB2-9F15D236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94290-92E2-6AA6-8D93-B1C2D7FE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D20A0-3D64-A3FA-B84C-9A495236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162A3-0AEB-AF16-B1A0-4069E329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5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76676-8111-A404-9CD1-7483C95E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CB835-D9D9-65C1-D653-E4E2E4EF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31138-DB21-02C2-AD56-7793E56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0B60-16DB-FFF1-A858-D6EE9E0B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9E92-304C-4145-A6DC-32B05511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B4C0E-09C4-CFFC-ABE4-450DD1A3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40015-B647-1054-8C4B-5E7870E2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A7861-B35D-ED19-1B16-BBFD36F1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A4F05-A83B-559E-D072-B92DC108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9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D5C1-DAA5-63D2-B837-8D88B5690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71A19-6AB8-9D48-D152-3D69D161D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9EE98-6964-E773-C2FB-3F508FEB5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B1DAD-121E-8FE9-7FFC-A3F91538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1A4FB-1C45-D160-AA5B-F78E340B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45983-C110-0F6E-B5D5-DDE40465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81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CC14-B8F5-7B37-1CB0-03C68F43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A2014-7591-4013-812F-50631B659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47935-2E45-13BC-CD34-7B5D2425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C9BEE-3133-C079-4832-BB229A2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4A02B-FEF8-AC27-C9A7-06E209C5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2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4C65A-422F-6ED8-3747-FAFB294DF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0F0C9-897F-3D70-A269-FEB70CCE6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B56AE-46B0-D024-B0AF-FD2C7D33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5DAEB-AF90-7F79-BAD3-1E73F30D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857F-2D0D-A8A7-BDEC-B2C57442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4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15F94-19E1-DDF6-6F26-4BD0DA98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35BA3-9F4C-0321-DBD7-62F6A237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95917-D556-F7B2-6AC3-676868989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DA8A8-2F7E-4252-A439-435F98FBB2A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E42A3-7239-54F8-F845-DC31E80F2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95F0F-0A2E-E5E3-A4A2-ACF59DF51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CF4FD-54BF-4730-88DC-D2BA238F2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3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3E28B-F5C9-6B96-012A-05FB7EBF5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7" t="417" r="665" b="-2326"/>
          <a:stretch>
            <a:fillRect/>
          </a:stretch>
        </p:blipFill>
        <p:spPr>
          <a:xfrm>
            <a:off x="89170" y="230505"/>
            <a:ext cx="12013659" cy="66675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40429CF-0E5A-F171-9AA5-C67BB0D6D50C}"/>
              </a:ext>
            </a:extLst>
          </p:cNvPr>
          <p:cNvGrpSpPr/>
          <p:nvPr/>
        </p:nvGrpSpPr>
        <p:grpSpPr>
          <a:xfrm>
            <a:off x="1225857" y="2611839"/>
            <a:ext cx="200025" cy="209550"/>
            <a:chOff x="8791575" y="4457700"/>
            <a:chExt cx="200025" cy="20955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34C871E-010D-0848-EAD1-AF4A6BE351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7F92A9-3911-45AB-923D-DCA7A839FB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536A32-D37D-61AB-D974-E9FD2FA0CA9A}"/>
              </a:ext>
            </a:extLst>
          </p:cNvPr>
          <p:cNvGrpSpPr/>
          <p:nvPr/>
        </p:nvGrpSpPr>
        <p:grpSpPr>
          <a:xfrm>
            <a:off x="752593" y="2617701"/>
            <a:ext cx="200025" cy="209550"/>
            <a:chOff x="8791575" y="4457700"/>
            <a:chExt cx="200025" cy="20955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DA552A5-DC03-59F7-B2AE-B8341E6774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FE0687F-4105-242E-D0B1-A69C11789F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3D71BBB6-7F6B-0A92-67D1-B82242B2A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665899"/>
              </p:ext>
            </p:extLst>
          </p:nvPr>
        </p:nvGraphicFramePr>
        <p:xfrm>
          <a:off x="0" y="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val="2150182043"/>
                    </a:ext>
                  </a:extLst>
                </a:gridCol>
                <a:gridCol w="6292850">
                  <a:extLst>
                    <a:ext uri="{9D8B030D-6E8A-4147-A177-3AD203B41FA5}">
                      <a16:colId xmlns:a16="http://schemas.microsoft.com/office/drawing/2014/main" val="823052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614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BLANKS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92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241591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A29515D4-47C1-A83A-022C-EB110DF72007}"/>
              </a:ext>
            </a:extLst>
          </p:cNvPr>
          <p:cNvSpPr/>
          <p:nvPr/>
        </p:nvSpPr>
        <p:spPr>
          <a:xfrm>
            <a:off x="2065879" y="123438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128200-B588-0394-9456-8437444288F2}"/>
              </a:ext>
            </a:extLst>
          </p:cNvPr>
          <p:cNvSpPr/>
          <p:nvPr/>
        </p:nvSpPr>
        <p:spPr>
          <a:xfrm>
            <a:off x="2065879" y="496669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67F4C8-AC4D-6660-2C48-D8F822AF05A6}"/>
              </a:ext>
            </a:extLst>
          </p:cNvPr>
          <p:cNvSpPr/>
          <p:nvPr/>
        </p:nvSpPr>
        <p:spPr>
          <a:xfrm>
            <a:off x="2087694" y="86990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78387A-49C0-98B4-6D03-2AC7EBC3EED6}"/>
              </a:ext>
            </a:extLst>
          </p:cNvPr>
          <p:cNvSpPr/>
          <p:nvPr/>
        </p:nvSpPr>
        <p:spPr>
          <a:xfrm>
            <a:off x="3040194" y="86990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39720A-B279-638D-FD55-A6F9FE4DDE0D}"/>
              </a:ext>
            </a:extLst>
          </p:cNvPr>
          <p:cNvSpPr/>
          <p:nvPr/>
        </p:nvSpPr>
        <p:spPr>
          <a:xfrm>
            <a:off x="4002643" y="86990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D6F134-4A06-7FB0-1E8D-55D4D67A6809}"/>
              </a:ext>
            </a:extLst>
          </p:cNvPr>
          <p:cNvSpPr/>
          <p:nvPr/>
        </p:nvSpPr>
        <p:spPr>
          <a:xfrm>
            <a:off x="4812268" y="85594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FCB724F-8C1B-F4D3-C54B-549418F40C3E}"/>
              </a:ext>
            </a:extLst>
          </p:cNvPr>
          <p:cNvSpPr/>
          <p:nvPr/>
        </p:nvSpPr>
        <p:spPr>
          <a:xfrm>
            <a:off x="5774717" y="829121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7E3BC0-1232-F847-3120-D63F96601A37}"/>
              </a:ext>
            </a:extLst>
          </p:cNvPr>
          <p:cNvSpPr/>
          <p:nvPr/>
        </p:nvSpPr>
        <p:spPr>
          <a:xfrm>
            <a:off x="6768068" y="852606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1DFED5-A208-D0D9-41DA-E969AE38971A}"/>
              </a:ext>
            </a:extLst>
          </p:cNvPr>
          <p:cNvSpPr txBox="1"/>
          <p:nvPr/>
        </p:nvSpPr>
        <p:spPr>
          <a:xfrm>
            <a:off x="2240518" y="783073"/>
            <a:ext cx="746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Greece</a:t>
            </a:r>
            <a:endParaRPr 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9507C0-EF24-9F88-4A6E-C731207F8FAB}"/>
              </a:ext>
            </a:extLst>
          </p:cNvPr>
          <p:cNvSpPr txBox="1"/>
          <p:nvPr/>
        </p:nvSpPr>
        <p:spPr>
          <a:xfrm>
            <a:off x="3220922" y="783073"/>
            <a:ext cx="546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Rom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DD59BD-813D-7385-693C-48FC9A40105E}"/>
              </a:ext>
            </a:extLst>
          </p:cNvPr>
          <p:cNvSpPr txBox="1"/>
          <p:nvPr/>
        </p:nvSpPr>
        <p:spPr>
          <a:xfrm>
            <a:off x="4204310" y="765779"/>
            <a:ext cx="470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Nor</a:t>
            </a:r>
            <a:endParaRPr 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826A57-92CE-4777-5A8B-EC2795B9288E}"/>
              </a:ext>
            </a:extLst>
          </p:cNvPr>
          <p:cNvSpPr txBox="1"/>
          <p:nvPr/>
        </p:nvSpPr>
        <p:spPr>
          <a:xfrm>
            <a:off x="5025132" y="765779"/>
            <a:ext cx="757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/>
              <a:t>Croatia</a:t>
            </a:r>
            <a:endParaRPr 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6ECA28-231A-2D3D-8276-A1D285C41550}"/>
              </a:ext>
            </a:extLst>
          </p:cNvPr>
          <p:cNvSpPr txBox="1"/>
          <p:nvPr/>
        </p:nvSpPr>
        <p:spPr>
          <a:xfrm>
            <a:off x="5950320" y="754944"/>
            <a:ext cx="674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Czech</a:t>
            </a:r>
            <a:endParaRPr 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973651-3EEF-1890-3431-34ED0F49B4D4}"/>
              </a:ext>
            </a:extLst>
          </p:cNvPr>
          <p:cNvSpPr txBox="1"/>
          <p:nvPr/>
        </p:nvSpPr>
        <p:spPr>
          <a:xfrm>
            <a:off x="6980452" y="766105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Romania</a:t>
            </a:r>
            <a:endParaRPr 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D51636-315E-66DE-6F32-6940C4735318}"/>
              </a:ext>
            </a:extLst>
          </p:cNvPr>
          <p:cNvSpPr txBox="1"/>
          <p:nvPr/>
        </p:nvSpPr>
        <p:spPr>
          <a:xfrm>
            <a:off x="2352723" y="371594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/>
              <a:t>MeOH</a:t>
            </a:r>
            <a:endParaRPr 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4B19AD-54EA-CA97-44BC-8B3CECEF59E5}"/>
              </a:ext>
            </a:extLst>
          </p:cNvPr>
          <p:cNvSpPr txBox="1"/>
          <p:nvPr/>
        </p:nvSpPr>
        <p:spPr>
          <a:xfrm>
            <a:off x="3488477" y="381654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MeOH_H20</a:t>
            </a:r>
            <a:endParaRPr lang="en-US" sz="1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39D5DC-D378-DED8-BC0F-0C04A0E31F6D}"/>
              </a:ext>
            </a:extLst>
          </p:cNvPr>
          <p:cNvSpPr/>
          <p:nvPr/>
        </p:nvSpPr>
        <p:spPr>
          <a:xfrm>
            <a:off x="3341570" y="478513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EAADBE7-AF9A-9A15-A388-D54C35D55B7F}"/>
              </a:ext>
            </a:extLst>
          </p:cNvPr>
          <p:cNvSpPr/>
          <p:nvPr/>
        </p:nvSpPr>
        <p:spPr>
          <a:xfrm>
            <a:off x="3335653" y="134123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A708DCC-2491-547B-03C6-402B6A8F2DA9}"/>
              </a:ext>
            </a:extLst>
          </p:cNvPr>
          <p:cNvSpPr/>
          <p:nvPr/>
        </p:nvSpPr>
        <p:spPr>
          <a:xfrm>
            <a:off x="4606550" y="134123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BCD5CC9-D65C-3BD0-C894-EC26B69B8EC8}"/>
              </a:ext>
            </a:extLst>
          </p:cNvPr>
          <p:cNvSpPr/>
          <p:nvPr/>
        </p:nvSpPr>
        <p:spPr>
          <a:xfrm>
            <a:off x="5873908" y="121682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CD7E06-2A68-2504-A94A-8B74F15DAA70}"/>
              </a:ext>
            </a:extLst>
          </p:cNvPr>
          <p:cNvSpPr txBox="1"/>
          <p:nvPr/>
        </p:nvSpPr>
        <p:spPr>
          <a:xfrm>
            <a:off x="2233567" y="42147"/>
            <a:ext cx="988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Cal Curve </a:t>
            </a:r>
            <a:endParaRPr 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FF7CAC-66B8-5E7D-F9DC-BE86000FE749}"/>
              </a:ext>
            </a:extLst>
          </p:cNvPr>
          <p:cNvSpPr txBox="1"/>
          <p:nvPr/>
        </p:nvSpPr>
        <p:spPr>
          <a:xfrm>
            <a:off x="3439610" y="42147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MM and MMC</a:t>
            </a:r>
            <a:endParaRPr 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805D6C-D798-A112-436B-3BA3CE14792E}"/>
              </a:ext>
            </a:extLst>
          </p:cNvPr>
          <p:cNvSpPr txBox="1"/>
          <p:nvPr/>
        </p:nvSpPr>
        <p:spPr>
          <a:xfrm>
            <a:off x="4791895" y="42147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Blank</a:t>
            </a:r>
            <a:endParaRPr 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5F87E1-D46B-BC52-4145-FBF8DC4755F8}"/>
              </a:ext>
            </a:extLst>
          </p:cNvPr>
          <p:cNvSpPr txBox="1"/>
          <p:nvPr/>
        </p:nvSpPr>
        <p:spPr>
          <a:xfrm>
            <a:off x="6115902" y="34855"/>
            <a:ext cx="898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/>
              <a:t>Recovery</a:t>
            </a:r>
            <a:endParaRPr lang="en-US" sz="14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C008968-F4A7-ED65-3307-7F2D42B8564B}"/>
              </a:ext>
            </a:extLst>
          </p:cNvPr>
          <p:cNvCxnSpPr>
            <a:cxnSpLocks/>
          </p:cNvCxnSpPr>
          <p:nvPr/>
        </p:nvCxnSpPr>
        <p:spPr>
          <a:xfrm flipH="1">
            <a:off x="6039490" y="1464707"/>
            <a:ext cx="2343490" cy="74985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E8D8A4D-E2CA-1415-72A3-FB6FFAC8D537}"/>
              </a:ext>
            </a:extLst>
          </p:cNvPr>
          <p:cNvSpPr txBox="1"/>
          <p:nvPr/>
        </p:nvSpPr>
        <p:spPr>
          <a:xfrm>
            <a:off x="7887544" y="449044"/>
            <a:ext cx="225501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Aquí</a:t>
            </a:r>
            <a:r>
              <a:rPr lang="en-US" sz="1200" dirty="0"/>
              <a:t> </a:t>
            </a:r>
            <a:r>
              <a:rPr lang="en-US" sz="1200" dirty="0" err="1"/>
              <a:t>podemos</a:t>
            </a:r>
            <a:r>
              <a:rPr lang="en-US" sz="1200" dirty="0"/>
              <a:t> </a:t>
            </a:r>
            <a:r>
              <a:rPr lang="en-US" sz="1200" dirty="0" err="1"/>
              <a:t>eliminar</a:t>
            </a:r>
            <a:r>
              <a:rPr lang="en-US" sz="1200" dirty="0"/>
              <a:t> </a:t>
            </a:r>
            <a:r>
              <a:rPr lang="en-US" sz="1200" dirty="0" err="1"/>
              <a:t>los</a:t>
            </a:r>
            <a:r>
              <a:rPr lang="en-US" sz="1200" dirty="0"/>
              <a:t> </a:t>
            </a:r>
            <a:r>
              <a:rPr lang="en-US" sz="1200" dirty="0" err="1"/>
              <a:t>blancos</a:t>
            </a:r>
            <a:r>
              <a:rPr lang="en-US" sz="1200" dirty="0"/>
              <a:t> de las </a:t>
            </a:r>
            <a:r>
              <a:rPr lang="en-US" sz="1200" dirty="0" err="1"/>
              <a:t>muestras</a:t>
            </a:r>
            <a:r>
              <a:rPr lang="en-US" sz="1200" dirty="0"/>
              <a:t> </a:t>
            </a:r>
            <a:r>
              <a:rPr lang="en-US" sz="1200" dirty="0" err="1"/>
              <a:t>individuales</a:t>
            </a:r>
            <a:r>
              <a:rPr lang="en-US" sz="1200" dirty="0"/>
              <a:t> y </a:t>
            </a:r>
            <a:r>
              <a:rPr lang="en-US" sz="1200" dirty="0" err="1"/>
              <a:t>mantener</a:t>
            </a:r>
            <a:r>
              <a:rPr lang="en-US" sz="1200" dirty="0"/>
              <a:t> </a:t>
            </a:r>
            <a:r>
              <a:rPr lang="en-US" sz="1200" dirty="0" err="1"/>
              <a:t>siempre</a:t>
            </a:r>
            <a:r>
              <a:rPr lang="en-US" sz="1200" dirty="0"/>
              <a:t> </a:t>
            </a:r>
            <a:r>
              <a:rPr lang="en-US" sz="1200" dirty="0" err="1"/>
              <a:t>como</a:t>
            </a:r>
            <a:r>
              <a:rPr lang="en-US" sz="1200" dirty="0"/>
              <a:t> </a:t>
            </a:r>
            <a:r>
              <a:rPr lang="en-US" sz="1200" dirty="0" err="1"/>
              <a:t>referencia</a:t>
            </a:r>
            <a:r>
              <a:rPr lang="en-US" sz="1200" dirty="0"/>
              <a:t>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Blank_HPLC_AIF</a:t>
            </a:r>
            <a:r>
              <a:rPr lang="en-US" sz="1200" dirty="0"/>
              <a:t>.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473BD4-1CFE-7FB2-34FE-CD5638557048}"/>
              </a:ext>
            </a:extLst>
          </p:cNvPr>
          <p:cNvGrpSpPr/>
          <p:nvPr/>
        </p:nvGrpSpPr>
        <p:grpSpPr>
          <a:xfrm>
            <a:off x="4961317" y="2330320"/>
            <a:ext cx="666750" cy="520960"/>
            <a:chOff x="8791575" y="4457700"/>
            <a:chExt cx="200025" cy="20955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A386C8-161A-E307-E090-101D898DF6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0937CCF-95F7-2A17-5BFF-E7A357881B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8C132669-1E87-06D7-0422-0DD03C08C3FC}"/>
              </a:ext>
            </a:extLst>
          </p:cNvPr>
          <p:cNvSpPr txBox="1"/>
          <p:nvPr/>
        </p:nvSpPr>
        <p:spPr>
          <a:xfrm>
            <a:off x="144133" y="1206162"/>
            <a:ext cx="384349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Esto </a:t>
            </a:r>
            <a:r>
              <a:rPr lang="en-US" sz="1200" dirty="0" err="1"/>
              <a:t>organizaría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3 </a:t>
            </a:r>
            <a:r>
              <a:rPr lang="en-US" sz="1200" dirty="0" err="1"/>
              <a:t>apartados</a:t>
            </a:r>
            <a:r>
              <a:rPr lang="en-US" sz="1200" dirty="0"/>
              <a:t> </a:t>
            </a:r>
            <a:r>
              <a:rPr lang="en-US" sz="1200" dirty="0" err="1"/>
              <a:t>si</a:t>
            </a:r>
            <a:r>
              <a:rPr lang="en-US" sz="1200" dirty="0"/>
              <a:t> </a:t>
            </a:r>
            <a:r>
              <a:rPr lang="en-US" sz="1200" dirty="0" err="1"/>
              <a:t>estás</a:t>
            </a:r>
            <a:r>
              <a:rPr lang="en-US" sz="1200" dirty="0"/>
              <a:t> de </a:t>
            </a:r>
            <a:r>
              <a:rPr lang="en-US" sz="1200" dirty="0" err="1"/>
              <a:t>acuerdo</a:t>
            </a:r>
            <a:endParaRPr lang="en-US" sz="12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5FC93E8-AE65-4CB9-C784-0BB73DDEDEF3}"/>
              </a:ext>
            </a:extLst>
          </p:cNvPr>
          <p:cNvCxnSpPr>
            <a:cxnSpLocks/>
          </p:cNvCxnSpPr>
          <p:nvPr/>
        </p:nvCxnSpPr>
        <p:spPr>
          <a:xfrm>
            <a:off x="2705898" y="1523999"/>
            <a:ext cx="0" cy="81384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45A0D3BB-BDA4-9577-617E-38B77365FB6E}"/>
              </a:ext>
            </a:extLst>
          </p:cNvPr>
          <p:cNvSpPr/>
          <p:nvPr/>
        </p:nvSpPr>
        <p:spPr>
          <a:xfrm>
            <a:off x="9050893" y="3279725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F500D70-D832-B949-8ABE-D2C3A3DFE06A}"/>
              </a:ext>
            </a:extLst>
          </p:cNvPr>
          <p:cNvSpPr/>
          <p:nvPr/>
        </p:nvSpPr>
        <p:spPr>
          <a:xfrm>
            <a:off x="8783670" y="170551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8B7E599-BB41-0B2E-D353-D893DB688F46}"/>
              </a:ext>
            </a:extLst>
          </p:cNvPr>
          <p:cNvSpPr/>
          <p:nvPr/>
        </p:nvSpPr>
        <p:spPr>
          <a:xfrm>
            <a:off x="8783670" y="1930922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E556D49-6EA6-1B4A-0177-AFE5449E85CD}"/>
              </a:ext>
            </a:extLst>
          </p:cNvPr>
          <p:cNvSpPr/>
          <p:nvPr/>
        </p:nvSpPr>
        <p:spPr>
          <a:xfrm>
            <a:off x="8783670" y="2161428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04DDFF7-6E14-ADEF-A65C-5FDFB9FD0041}"/>
              </a:ext>
            </a:extLst>
          </p:cNvPr>
          <p:cNvSpPr/>
          <p:nvPr/>
        </p:nvSpPr>
        <p:spPr>
          <a:xfrm>
            <a:off x="8783670" y="238684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6C1DF58-8F4E-E498-15E7-223356D90656}"/>
              </a:ext>
            </a:extLst>
          </p:cNvPr>
          <p:cNvSpPr/>
          <p:nvPr/>
        </p:nvSpPr>
        <p:spPr>
          <a:xfrm>
            <a:off x="8794402" y="258249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869EF08-1520-CD49-7257-43F37447EA0A}"/>
              </a:ext>
            </a:extLst>
          </p:cNvPr>
          <p:cNvSpPr/>
          <p:nvPr/>
        </p:nvSpPr>
        <p:spPr>
          <a:xfrm>
            <a:off x="8794402" y="2807902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255F5AB-B799-4584-52CF-3DFCABB5CDB4}"/>
              </a:ext>
            </a:extLst>
          </p:cNvPr>
          <p:cNvSpPr txBox="1"/>
          <p:nvPr/>
        </p:nvSpPr>
        <p:spPr>
          <a:xfrm>
            <a:off x="9270392" y="3167153"/>
            <a:ext cx="482446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Display only compounds with detected concentrations in the samples.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489A3F4-4A3C-80D6-A15E-88F1F76A580C}"/>
              </a:ext>
            </a:extLst>
          </p:cNvPr>
          <p:cNvCxnSpPr/>
          <p:nvPr/>
        </p:nvCxnSpPr>
        <p:spPr>
          <a:xfrm>
            <a:off x="4888680" y="2295552"/>
            <a:ext cx="9624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8FC4363-E2CB-0B32-6680-0AEF60B0697F}"/>
              </a:ext>
            </a:extLst>
          </p:cNvPr>
          <p:cNvSpPr txBox="1"/>
          <p:nvPr/>
        </p:nvSpPr>
        <p:spPr>
          <a:xfrm>
            <a:off x="10265454" y="216334"/>
            <a:ext cx="1844807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Esto es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hemos</a:t>
            </a:r>
            <a:r>
              <a:rPr lang="en-US" sz="1200" dirty="0"/>
              <a:t> </a:t>
            </a:r>
            <a:r>
              <a:rPr lang="en-US" sz="1200" dirty="0" err="1"/>
              <a:t>hablado</a:t>
            </a:r>
            <a:r>
              <a:rPr lang="en-US" sz="1200" dirty="0"/>
              <a:t> de </a:t>
            </a:r>
            <a:r>
              <a:rPr lang="en-US" sz="1200" dirty="0" err="1"/>
              <a:t>dejar</a:t>
            </a:r>
            <a:r>
              <a:rPr lang="en-US" sz="1200" dirty="0"/>
              <a:t> solo </a:t>
            </a:r>
            <a:r>
              <a:rPr lang="en-US" sz="1200" dirty="0" err="1"/>
              <a:t>compuestos</a:t>
            </a:r>
            <a:r>
              <a:rPr lang="en-US" sz="1200" dirty="0"/>
              <a:t> </a:t>
            </a:r>
            <a:r>
              <a:rPr lang="en-US" sz="1200" dirty="0" err="1"/>
              <a:t>detectados</a:t>
            </a:r>
            <a:r>
              <a:rPr lang="en-US" sz="1200" dirty="0"/>
              <a:t> para reducer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numero</a:t>
            </a:r>
            <a:r>
              <a:rPr lang="en-US" sz="1200" dirty="0"/>
              <a:t> y </a:t>
            </a:r>
            <a:r>
              <a:rPr lang="en-US" sz="1200" dirty="0" err="1"/>
              <a:t>que</a:t>
            </a:r>
            <a:r>
              <a:rPr lang="en-US" sz="1200" dirty="0"/>
              <a:t> se </a:t>
            </a:r>
            <a:r>
              <a:rPr lang="en-US" sz="1200" dirty="0" err="1"/>
              <a:t>puede</a:t>
            </a:r>
            <a:r>
              <a:rPr lang="en-US" sz="1200" dirty="0"/>
              <a:t> </a:t>
            </a:r>
            <a:r>
              <a:rPr lang="en-US" sz="1200" dirty="0" err="1"/>
              <a:t>repasar</a:t>
            </a:r>
            <a:r>
              <a:rPr lang="en-US" sz="1200" dirty="0"/>
              <a:t> major la curva de </a:t>
            </a:r>
            <a:r>
              <a:rPr lang="en-US" sz="1200" dirty="0" err="1"/>
              <a:t>calibrado</a:t>
            </a:r>
            <a:r>
              <a:rPr lang="en-US" sz="1200" dirty="0"/>
              <a:t> y </a:t>
            </a:r>
            <a:r>
              <a:rPr lang="en-US" sz="1200" dirty="0" err="1"/>
              <a:t>lso</a:t>
            </a:r>
            <a:r>
              <a:rPr lang="en-US" sz="1200" dirty="0"/>
              <a:t> puntos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74FE26B-0AEA-DEA9-08E9-72F0482B8A56}"/>
              </a:ext>
            </a:extLst>
          </p:cNvPr>
          <p:cNvCxnSpPr>
            <a:cxnSpLocks/>
          </p:cNvCxnSpPr>
          <p:nvPr/>
        </p:nvCxnSpPr>
        <p:spPr>
          <a:xfrm>
            <a:off x="12079971" y="1625470"/>
            <a:ext cx="12126" cy="156013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E399047-50EB-2152-E348-E62C705DCF1A}"/>
              </a:ext>
            </a:extLst>
          </p:cNvPr>
          <p:cNvSpPr txBox="1"/>
          <p:nvPr/>
        </p:nvSpPr>
        <p:spPr>
          <a:xfrm>
            <a:off x="8970466" y="1625470"/>
            <a:ext cx="1250403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Area Peak &gt;10</a:t>
            </a:r>
            <a:r>
              <a:rPr lang="en-US" sz="1100" baseline="30000" dirty="0"/>
              <a:t>5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45CF72F-DF6E-2216-AA1F-B6FF21D1F4A1}"/>
              </a:ext>
            </a:extLst>
          </p:cNvPr>
          <p:cNvSpPr txBox="1"/>
          <p:nvPr/>
        </p:nvSpPr>
        <p:spPr>
          <a:xfrm>
            <a:off x="8957265" y="1844184"/>
            <a:ext cx="1374759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RT (Delta)± 0.3 min</a:t>
            </a:r>
            <a:endParaRPr lang="en-US" sz="1100" baseline="300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2A4FF42-D141-3370-928E-F9570E689423}"/>
              </a:ext>
            </a:extLst>
          </p:cNvPr>
          <p:cNvSpPr txBox="1"/>
          <p:nvPr/>
        </p:nvSpPr>
        <p:spPr>
          <a:xfrm>
            <a:off x="8960715" y="2082730"/>
            <a:ext cx="1626217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m/z (Delta)± 5ppm</a:t>
            </a:r>
            <a:endParaRPr lang="en-US" sz="1100" baseline="30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8AF648-2609-AD1D-323F-449652A8634D}"/>
              </a:ext>
            </a:extLst>
          </p:cNvPr>
          <p:cNvSpPr txBox="1"/>
          <p:nvPr/>
        </p:nvSpPr>
        <p:spPr>
          <a:xfrm>
            <a:off x="8970466" y="2301444"/>
            <a:ext cx="1626217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S/N ≥10</a:t>
            </a:r>
            <a:endParaRPr lang="en-US" sz="1100" baseline="30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93882C4-E5CE-E2CF-BBB3-B82FC5C4FD7A}"/>
              </a:ext>
            </a:extLst>
          </p:cNvPr>
          <p:cNvSpPr txBox="1"/>
          <p:nvPr/>
        </p:nvSpPr>
        <p:spPr>
          <a:xfrm>
            <a:off x="8980217" y="2503071"/>
            <a:ext cx="1626217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Ion Ratio ???</a:t>
            </a:r>
            <a:endParaRPr lang="en-US" sz="1100" baseline="30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2FFCF76-D5A6-088E-0CDB-107AD66EA51A}"/>
              </a:ext>
            </a:extLst>
          </p:cNvPr>
          <p:cNvSpPr txBox="1"/>
          <p:nvPr/>
        </p:nvSpPr>
        <p:spPr>
          <a:xfrm>
            <a:off x="8963010" y="2728579"/>
            <a:ext cx="1961181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Number Isotopes Matched</a:t>
            </a:r>
            <a:endParaRPr lang="en-US" sz="1100" baseline="300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5E0BD18-6C3F-B6F6-E158-24A8F4B5CE7D}"/>
              </a:ext>
            </a:extLst>
          </p:cNvPr>
          <p:cNvSpPr/>
          <p:nvPr/>
        </p:nvSpPr>
        <p:spPr>
          <a:xfrm>
            <a:off x="8656219" y="1625470"/>
            <a:ext cx="2067057" cy="1364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E278E7C-3175-CB5E-A7B0-CE472ECE5FE6}"/>
              </a:ext>
            </a:extLst>
          </p:cNvPr>
          <p:cNvSpPr txBox="1"/>
          <p:nvPr/>
        </p:nvSpPr>
        <p:spPr>
          <a:xfrm>
            <a:off x="5530026" y="4751532"/>
            <a:ext cx="96244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000" dirty="0" err="1"/>
              <a:t>Display</a:t>
            </a:r>
            <a:r>
              <a:rPr lang="es-ES" sz="1000" dirty="0"/>
              <a:t> C</a:t>
            </a:r>
            <a:r>
              <a:rPr lang="en-US" sz="1000" dirty="0"/>
              <a:t>al curve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659AEC2-5DE2-EB6E-4D28-F1483831EF41}"/>
              </a:ext>
            </a:extLst>
          </p:cNvPr>
          <p:cNvSpPr/>
          <p:nvPr/>
        </p:nvSpPr>
        <p:spPr>
          <a:xfrm>
            <a:off x="5403986" y="4807580"/>
            <a:ext cx="152824" cy="134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EB37BA3-8221-0213-9648-1C49A7A92E4C}"/>
              </a:ext>
            </a:extLst>
          </p:cNvPr>
          <p:cNvSpPr txBox="1"/>
          <p:nvPr/>
        </p:nvSpPr>
        <p:spPr>
          <a:xfrm>
            <a:off x="5347342" y="5093779"/>
            <a:ext cx="624744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LOD=?</a:t>
            </a:r>
            <a:endParaRPr lang="en-US" sz="1000" baseline="30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0B4AF96-D715-0629-31C4-1749E074346B}"/>
              </a:ext>
            </a:extLst>
          </p:cNvPr>
          <p:cNvSpPr txBox="1"/>
          <p:nvPr/>
        </p:nvSpPr>
        <p:spPr>
          <a:xfrm>
            <a:off x="5851129" y="5091908"/>
            <a:ext cx="713710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LOQ=??</a:t>
            </a:r>
            <a:endParaRPr lang="en-US" sz="1000" baseline="30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E8BF7CF-6EDD-021C-8857-6A9DD9B64DD4}"/>
              </a:ext>
            </a:extLst>
          </p:cNvPr>
          <p:cNvSpPr txBox="1"/>
          <p:nvPr/>
        </p:nvSpPr>
        <p:spPr>
          <a:xfrm>
            <a:off x="3116606" y="3712220"/>
            <a:ext cx="572779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/>
              <a:t>Level</a:t>
            </a:r>
            <a:endParaRPr lang="en-US" sz="800" baseline="300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4266269-952D-8551-CF35-3925DFF13297}"/>
              </a:ext>
            </a:extLst>
          </p:cNvPr>
          <p:cNvGrpSpPr/>
          <p:nvPr/>
        </p:nvGrpSpPr>
        <p:grpSpPr>
          <a:xfrm>
            <a:off x="3220922" y="3944948"/>
            <a:ext cx="200025" cy="209550"/>
            <a:chOff x="8791575" y="4457700"/>
            <a:chExt cx="200025" cy="209550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E3B5F9A-F8FC-921D-B22E-8BC2814123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26A5FDC-914A-FAEB-66A1-7821A9D26C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9252099-71E4-C6AE-28CC-1BE435ABAF7C}"/>
              </a:ext>
            </a:extLst>
          </p:cNvPr>
          <p:cNvGrpSpPr/>
          <p:nvPr/>
        </p:nvGrpSpPr>
        <p:grpSpPr>
          <a:xfrm>
            <a:off x="850630" y="3925975"/>
            <a:ext cx="200025" cy="209550"/>
            <a:chOff x="8791575" y="4457700"/>
            <a:chExt cx="200025" cy="209550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72F8D171-5981-B324-65C4-2F7667007E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29B0D96-1C8F-6133-E5C0-751E6C463F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1575" y="4457700"/>
              <a:ext cx="200025" cy="20955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6EAB05A2-4AE1-2E46-1488-6B29537B33F6}"/>
              </a:ext>
            </a:extLst>
          </p:cNvPr>
          <p:cNvSpPr txBox="1"/>
          <p:nvPr/>
        </p:nvSpPr>
        <p:spPr>
          <a:xfrm>
            <a:off x="764265" y="3682096"/>
            <a:ext cx="572779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/>
              <a:t>Groups</a:t>
            </a:r>
            <a:endParaRPr lang="en-US" sz="800" baseline="30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68458AF-6B69-4E81-AF6B-2C33F46C62C9}"/>
              </a:ext>
            </a:extLst>
          </p:cNvPr>
          <p:cNvSpPr txBox="1"/>
          <p:nvPr/>
        </p:nvSpPr>
        <p:spPr>
          <a:xfrm>
            <a:off x="7897292" y="4664705"/>
            <a:ext cx="246002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Para </a:t>
            </a:r>
            <a:r>
              <a:rPr lang="en-US" sz="1200" dirty="0" err="1"/>
              <a:t>esta</a:t>
            </a:r>
            <a:r>
              <a:rPr lang="en-US" sz="1200" dirty="0"/>
              <a:t> table consulta Excel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0C9CE9E-3D67-7CDA-7E1E-CCD72442D14E}"/>
              </a:ext>
            </a:extLst>
          </p:cNvPr>
          <p:cNvCxnSpPr>
            <a:cxnSpLocks/>
          </p:cNvCxnSpPr>
          <p:nvPr/>
        </p:nvCxnSpPr>
        <p:spPr>
          <a:xfrm flipH="1">
            <a:off x="4438647" y="4874642"/>
            <a:ext cx="3353758" cy="97893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188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130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 Celic ICRA</dc:creator>
  <cp:lastModifiedBy>Mira Celic ICRA</cp:lastModifiedBy>
  <cp:revision>1</cp:revision>
  <dcterms:created xsi:type="dcterms:W3CDTF">2026-05-12T17:04:22Z</dcterms:created>
  <dcterms:modified xsi:type="dcterms:W3CDTF">2026-05-12T19:31:21Z</dcterms:modified>
</cp:coreProperties>
</file>